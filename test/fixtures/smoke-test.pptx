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keep product names such as Splunk and ThousandEyes.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Sample Deck: Observability Sales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Who to talk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AI teams who </a:t>
            </a:r>
            <a:r>
              <a:rPr sz="1800" b="1">
                <a:solidFill>
                  <a:srgbClr val="1D4ED8"/>
                </a:solidFill>
              </a:rPr>
              <a:t>build, operate and improve</a:t>
            </a:r>
            <a:r>
              <a:rPr sz="1800" b="0"/>
              <a:t> AI agents &amp;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6A34A"/>
                </a:solidFill>
              </a:rPr>
              <a:t>Network </a:t>
            </a:r>
            <a:r>
              <a:rPr sz="2200" b="1">
                <a:solidFill>
                  <a:srgbClr val="15803D"/>
                </a:solidFill>
              </a:rPr>
              <a:t>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560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563EB"/>
                </a:solidFill>
              </a:rPr>
              <a:t>Full-Stack </a:t>
            </a:r>
            <a:r>
              <a:rPr sz="2200" b="1">
                <a:solidFill>
                  <a:srgbClr val="1D4ED8"/>
                </a:solidFill>
              </a:rPr>
              <a:t>Observability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291840"/>
          <a:ext cx="6583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</a:tblGrid>
              <a:tr h="731520">
                <a:tc>
                  <a:txBody>
                    <a:bodyPr/>
                    <a:lstStyle/>
                    <a:p>
                      <a:r>
                        <a:rPr sz="160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Person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/>
                        <a:t>Economic 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CTO / Head of AI Eng.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329184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Build trust in AI by evaluating agent behavior and token costs.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How our sales plays align to your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Expand by co-selling Observability Cloud and ThousandEyes.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B45309"/>
                </a:solidFill>
              </a:rPr>
              <a:t>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new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D4ED8"/>
                </a:solidFill>
              </a:rPr>
              <a:t>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the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6534"/>
                </a:solidFill>
              </a:rPr>
              <a:t>Protect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the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Empty notes on this slide are intentional. Tag boundaries like [0]...[/0] must survive translation.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